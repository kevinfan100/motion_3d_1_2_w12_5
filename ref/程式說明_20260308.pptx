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423" r:id="rId7"/>
    <p:sldId id="420" r:id="rId8"/>
    <p:sldId id="913" r:id="rId9"/>
    <p:sldId id="914" r:id="rId10"/>
    <p:sldId id="915" r:id="rId11"/>
    <p:sldId id="916" r:id="rId12"/>
    <p:sldId id="917" r:id="rId13"/>
    <p:sldId id="918" r:id="rId14"/>
    <p:sldId id="919" r:id="rId15"/>
    <p:sldId id="920" r:id="rId16"/>
    <p:sldId id="92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EC8B2-0A74-6D20-E44E-3FEDA38F3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6E290A-922A-1002-B8F0-4DAA4394C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000E91-EF70-AA12-7228-FBA080CA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4A16A8-642E-8DEE-C083-CD31C01F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6100F7-74C3-FDFD-415B-5A8F53B4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32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6B3837-BF84-5767-AB6B-FAD14088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B7495-A686-8FE0-CE44-39EDA5D8D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33316A-CBF1-C8BE-8787-5071378F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2F85FB-3C37-54B8-F45F-522CDAB0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EC65D-3663-39CF-3759-D97C7458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196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9F86E-91A5-6D2F-AF0C-79ED6B5F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83582F-119C-56B4-6FC6-E44437BD5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C38DD3-566E-7729-A69D-363A4326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6CCF45-506C-A919-4329-6959BFFD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120710-FFB3-A1AE-4452-3DD100FA2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2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747D5-DC93-875E-95B0-EF9A01EB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AE9DF4-992B-31D0-7E4E-7026023EA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9C65EE-23A2-5BA6-225B-F770741C9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B737A5-90C7-5EE3-C625-63CA62D6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BC2611-69A8-A60B-F1FF-85DEAFC0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2FFEA5-A21B-5AC5-E847-BEE1B125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43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633C95-23B9-1F90-DC72-7024353A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985059-D82D-F6EE-CDC0-24EA80DDB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323795-15ED-BF9B-290A-413305E5F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DE7B071-0AFF-86A0-F605-4D815AD9C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07F1CD7-C209-8F88-B744-D019A93C7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4537E8E-5E78-B9D2-FA7D-E4278D1A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A9A072D-C8A7-00A4-0E84-6CF1DD75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8C24EA-EAE5-D0E1-4317-47A7DCC4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7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3D70D-3F7D-C5D6-2B4E-28D5BFF4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C9ED9E-322D-71A6-1F69-4E981165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C9C5E11-D62C-4D0B-79D9-D6229CBD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A093BA-B27A-AF43-C90E-858AF5DD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06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B84CB2-4BE1-6DC4-5F31-19DF6AAD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84CFB3-4C6D-2C73-9ED6-A53AC00E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611DCA-ED8A-8429-5D7A-A9D3DE2F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18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A45AE-E88C-7B68-DED9-FC6D1B6F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343534-26E1-EFC9-8D5A-0C91A8C5C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17C00E-137D-9177-A002-5F5111FA3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4D9994-1CCB-BE2B-0B21-F954FD2B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76CC7-016E-CA42-270C-FD92FCA2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0A6C9B-5757-E073-9609-45C329A7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57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F043A-8595-4FDB-8CDE-A4924A7F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CD0A546-15EB-F7DF-5E78-07AA792D2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314DFB-FBDA-EB6B-254B-160238C7F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BFB42D-C7EC-9537-F2D2-E50BF871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857BDB-F559-6CF8-581E-CB8D4168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41A0B6F-9510-07EB-F2CD-7D961B65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28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7440B2-8272-8A15-264F-7DB775541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78AF51-6883-82EF-30A6-889B893B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731EA6-4049-C9CE-D547-7D8F0EB1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53CA2A-F1A5-E5BA-A820-F817AEB9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A31507-3503-458F-1C44-D644406D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2669A5D-7538-1CFF-1CBB-85771031B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7DDACF-8861-957A-D578-730C7FD9C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AB4CEC-5133-EB2F-4232-F5F9E473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A54B6A-CBCA-BD2A-DDA9-E6EBF031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017700-A793-3097-D067-30EDCA51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32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9B80CD1-D8CF-F1AD-DB1B-BAC46B0C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52DE27-9934-CE8C-304C-AA1780F16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5C0128-8185-4CCD-E2E5-6675ECB7C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8D0AC-003F-4B3F-BD21-E40F95F5DCC0}" type="datetimeFigureOut">
              <a:rPr lang="zh-TW" altLang="en-US" smtClean="0"/>
              <a:t>2026/3/9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9BEFD0-E80F-3B73-A438-C01C08C5F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3C902-6211-1CFE-CB29-202D98A93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31929-E661-42AF-B080-5FFF0052D9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89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2546CD6-7F84-6589-BAE7-24609EDA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1" y="600075"/>
            <a:ext cx="11689869" cy="5820194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1967B89F-AFBA-2690-ACEA-B9790229AD2D}"/>
              </a:ext>
            </a:extLst>
          </p:cNvPr>
          <p:cNvSpPr/>
          <p:nvPr/>
        </p:nvSpPr>
        <p:spPr>
          <a:xfrm>
            <a:off x="1145694" y="1458058"/>
            <a:ext cx="6102831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22301BF-A3B6-B6D3-0320-EAB096B36585}"/>
              </a:ext>
            </a:extLst>
          </p:cNvPr>
          <p:cNvSpPr txBox="1"/>
          <p:nvPr/>
        </p:nvSpPr>
        <p:spPr>
          <a:xfrm>
            <a:off x="6900099" y="1800958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1. </a:t>
            </a:r>
            <a:r>
              <a:rPr lang="zh-TW" altLang="en-US" b="1" dirty="0">
                <a:solidFill>
                  <a:srgbClr val="FF0000"/>
                </a:solidFill>
              </a:rPr>
              <a:t>選擇程式所在目錄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DD8C55C-4CCC-7106-12E0-90A87759449D}"/>
              </a:ext>
            </a:extLst>
          </p:cNvPr>
          <p:cNvSpPr/>
          <p:nvPr/>
        </p:nvSpPr>
        <p:spPr>
          <a:xfrm>
            <a:off x="416485" y="2516066"/>
            <a:ext cx="1968981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41D36F1-885C-6B8C-7F2C-5EDFAAF1F19C}"/>
              </a:ext>
            </a:extLst>
          </p:cNvPr>
          <p:cNvSpPr txBox="1"/>
          <p:nvPr/>
        </p:nvSpPr>
        <p:spPr>
          <a:xfrm>
            <a:off x="200025" y="3059667"/>
            <a:ext cx="2417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2. </a:t>
            </a:r>
            <a:r>
              <a:rPr lang="zh-TW" altLang="en-US" b="1" dirty="0">
                <a:solidFill>
                  <a:srgbClr val="FF0000"/>
                </a:solidFill>
              </a:rPr>
              <a:t>點開</a:t>
            </a:r>
            <a:r>
              <a:rPr lang="en-US" altLang="zh-TW" b="1" dirty="0" err="1">
                <a:solidFill>
                  <a:srgbClr val="FF0000"/>
                </a:solidFill>
              </a:rPr>
              <a:t>path_control.m</a:t>
            </a:r>
            <a:r>
              <a:rPr lang="en-US" altLang="zh-TW" b="1" dirty="0">
                <a:solidFill>
                  <a:srgbClr val="FF0000"/>
                </a:solidFill>
              </a:rPr>
              <a:t>,</a:t>
            </a:r>
          </a:p>
          <a:p>
            <a:r>
              <a:rPr lang="zh-TW" altLang="en-US" b="1" dirty="0">
                <a:solidFill>
                  <a:srgbClr val="FF0000"/>
                </a:solidFill>
              </a:rPr>
              <a:t>顯示如右側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20A71B9-6CC3-7B82-BF3D-2ED0EF496B27}"/>
              </a:ext>
            </a:extLst>
          </p:cNvPr>
          <p:cNvCxnSpPr>
            <a:cxnSpLocks/>
          </p:cNvCxnSpPr>
          <p:nvPr/>
        </p:nvCxnSpPr>
        <p:spPr>
          <a:xfrm flipV="1">
            <a:off x="2385466" y="2250023"/>
            <a:ext cx="1224509" cy="12545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91B638E6-67AC-7395-25D2-A16650AC2461}"/>
              </a:ext>
            </a:extLst>
          </p:cNvPr>
          <p:cNvSpPr/>
          <p:nvPr/>
        </p:nvSpPr>
        <p:spPr>
          <a:xfrm>
            <a:off x="7648575" y="830113"/>
            <a:ext cx="609600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DD1DF02-CAAE-BA2B-0ACF-EBE8AD61BB9F}"/>
              </a:ext>
            </a:extLst>
          </p:cNvPr>
          <p:cNvSpPr txBox="1"/>
          <p:nvPr/>
        </p:nvSpPr>
        <p:spPr>
          <a:xfrm>
            <a:off x="8915400" y="100156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3.</a:t>
            </a:r>
            <a:r>
              <a:rPr lang="zh-TW" altLang="en-US" b="1" dirty="0">
                <a:solidFill>
                  <a:srgbClr val="FF0000"/>
                </a:solidFill>
              </a:rPr>
              <a:t> 執行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38F62E0-81B6-B67B-E91E-2399FEB27BC0}"/>
              </a:ext>
            </a:extLst>
          </p:cNvPr>
          <p:cNvSpPr txBox="1"/>
          <p:nvPr/>
        </p:nvSpPr>
        <p:spPr>
          <a:xfrm>
            <a:off x="200252" y="38059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u="sng" dirty="0">
                <a:solidFill>
                  <a:srgbClr val="FF0000"/>
                </a:solidFill>
              </a:rPr>
              <a:t>程式執行步驟 </a:t>
            </a:r>
            <a:r>
              <a:rPr lang="en-US" altLang="zh-TW" sz="2400" b="1" u="sng" dirty="0">
                <a:solidFill>
                  <a:srgbClr val="FF0000"/>
                </a:solidFill>
              </a:rPr>
              <a:t>:</a:t>
            </a:r>
            <a:endParaRPr lang="zh-TW" altLang="en-US" sz="2400" u="sng" dirty="0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1DE30560-25FF-91D7-C202-0C51221636B9}"/>
              </a:ext>
            </a:extLst>
          </p:cNvPr>
          <p:cNvSpPr/>
          <p:nvPr/>
        </p:nvSpPr>
        <p:spPr>
          <a:xfrm>
            <a:off x="5562600" y="4602013"/>
            <a:ext cx="609600" cy="3429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0C4C71-9A86-A7A7-7ED0-F330E0FA1747}"/>
              </a:ext>
            </a:extLst>
          </p:cNvPr>
          <p:cNvCxnSpPr>
            <a:cxnSpLocks/>
          </p:cNvCxnSpPr>
          <p:nvPr/>
        </p:nvCxnSpPr>
        <p:spPr>
          <a:xfrm flipH="1" flipV="1">
            <a:off x="6172200" y="4896178"/>
            <a:ext cx="556666" cy="1490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94E602-46C1-F54F-EAAA-F3F4C050649C}"/>
              </a:ext>
            </a:extLst>
          </p:cNvPr>
          <p:cNvSpPr txBox="1"/>
          <p:nvPr/>
        </p:nvSpPr>
        <p:spPr>
          <a:xfrm>
            <a:off x="6728866" y="48214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模擬時間長度</a:t>
            </a:r>
          </a:p>
        </p:txBody>
      </p:sp>
    </p:spTree>
    <p:extLst>
      <p:ext uri="{BB962C8B-B14F-4D97-AF65-F5344CB8AC3E}">
        <p14:creationId xmlns:p14="http://schemas.microsoft.com/office/powerpoint/2010/main" val="3802817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47B1A3B-0005-2F2E-47A6-BB4AFF32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320942"/>
            <a:ext cx="12192000" cy="5965558"/>
          </a:xfrm>
          <a:prstGeom prst="rect">
            <a:avLst/>
          </a:prstGeom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9497759B-72C1-3BBE-3C9A-3F3EE7506127}"/>
              </a:ext>
            </a:extLst>
          </p:cNvPr>
          <p:cNvCxnSpPr/>
          <p:nvPr/>
        </p:nvCxnSpPr>
        <p:spPr>
          <a:xfrm flipH="1">
            <a:off x="1657350" y="571500"/>
            <a:ext cx="962025" cy="5048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B33CE8-10D8-F570-2D80-017A825330FB}"/>
              </a:ext>
            </a:extLst>
          </p:cNvPr>
          <p:cNvSpPr txBox="1"/>
          <p:nvPr/>
        </p:nvSpPr>
        <p:spPr>
          <a:xfrm>
            <a:off x="2619375" y="261555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參數設定</a:t>
            </a:r>
            <a:r>
              <a:rPr lang="en-US" altLang="zh-TW" b="1" dirty="0">
                <a:solidFill>
                  <a:srgbClr val="FF0000"/>
                </a:solidFill>
              </a:rPr>
              <a:t>block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BDDA475-96E2-57D1-6340-184CABE31D94}"/>
              </a:ext>
            </a:extLst>
          </p:cNvPr>
          <p:cNvCxnSpPr>
            <a:cxnSpLocks/>
          </p:cNvCxnSpPr>
          <p:nvPr/>
        </p:nvCxnSpPr>
        <p:spPr>
          <a:xfrm flipV="1">
            <a:off x="847725" y="2486025"/>
            <a:ext cx="495300" cy="5429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4061028-D9E6-5364-79CE-92AAD513337C}"/>
              </a:ext>
            </a:extLst>
          </p:cNvPr>
          <p:cNvSpPr txBox="1"/>
          <p:nvPr/>
        </p:nvSpPr>
        <p:spPr>
          <a:xfrm>
            <a:off x="235029" y="3059668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軌跡選定</a:t>
            </a:r>
            <a:r>
              <a:rPr lang="en-US" altLang="zh-TW" b="1" dirty="0">
                <a:solidFill>
                  <a:srgbClr val="FF0000"/>
                </a:solidFill>
              </a:rPr>
              <a:t>block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09DC73C-B56E-C862-C397-921E17B2ADFF}"/>
              </a:ext>
            </a:extLst>
          </p:cNvPr>
          <p:cNvCxnSpPr>
            <a:cxnSpLocks/>
          </p:cNvCxnSpPr>
          <p:nvPr/>
        </p:nvCxnSpPr>
        <p:spPr>
          <a:xfrm flipV="1">
            <a:off x="3136821" y="2876550"/>
            <a:ext cx="455652" cy="16764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FD5DCA3-46C0-6FEE-624D-DAA1FC568555}"/>
              </a:ext>
            </a:extLst>
          </p:cNvPr>
          <p:cNvSpPr txBox="1"/>
          <p:nvPr/>
        </p:nvSpPr>
        <p:spPr>
          <a:xfrm>
            <a:off x="2619375" y="4612337"/>
            <a:ext cx="192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law </a:t>
            </a:r>
            <a:r>
              <a:rPr lang="en-US" altLang="zh-TW" b="1" dirty="0">
                <a:solidFill>
                  <a:srgbClr val="FF0000"/>
                </a:solidFill>
              </a:rPr>
              <a:t>block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83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9745F04-8E71-DC6B-5CD0-3F075A8F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4" y="750126"/>
            <a:ext cx="7134225" cy="610787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BA5F998-5F16-066D-5256-9AFF374FA0E7}"/>
              </a:ext>
            </a:extLst>
          </p:cNvPr>
          <p:cNvSpPr txBox="1"/>
          <p:nvPr/>
        </p:nvSpPr>
        <p:spPr>
          <a:xfrm>
            <a:off x="1171575" y="2615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參數設定</a:t>
            </a:r>
          </a:p>
        </p:txBody>
      </p:sp>
    </p:spTree>
    <p:extLst>
      <p:ext uri="{BB962C8B-B14F-4D97-AF65-F5344CB8AC3E}">
        <p14:creationId xmlns:p14="http://schemas.microsoft.com/office/powerpoint/2010/main" val="397534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784FF0D-D12D-AB46-FF53-E01211E7C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644" y="942975"/>
            <a:ext cx="5953940" cy="59150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9AF1B34-5BB5-3E0B-3A37-B33636B9F5AC}"/>
              </a:ext>
            </a:extLst>
          </p:cNvPr>
          <p:cNvSpPr txBox="1"/>
          <p:nvPr/>
        </p:nvSpPr>
        <p:spPr>
          <a:xfrm>
            <a:off x="577929" y="2974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軌跡選定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B3281C0-83D0-2A54-600F-57F7E25BDC39}"/>
              </a:ext>
            </a:extLst>
          </p:cNvPr>
          <p:cNvCxnSpPr>
            <a:cxnSpLocks/>
          </p:cNvCxnSpPr>
          <p:nvPr/>
        </p:nvCxnSpPr>
        <p:spPr>
          <a:xfrm flipH="1" flipV="1">
            <a:off x="3250719" y="1419225"/>
            <a:ext cx="3740631" cy="5048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>
            <a:extLst>
              <a:ext uri="{FF2B5EF4-FFF2-40B4-BE49-F238E27FC236}">
                <a16:creationId xmlns:a16="http://schemas.microsoft.com/office/drawing/2014/main" id="{389B92FB-DB46-E08A-62B7-9851A773DAD8}"/>
              </a:ext>
            </a:extLst>
          </p:cNvPr>
          <p:cNvSpPr/>
          <p:nvPr/>
        </p:nvSpPr>
        <p:spPr>
          <a:xfrm>
            <a:off x="1888644" y="1200150"/>
            <a:ext cx="1362075" cy="342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左大括弧 7">
            <a:extLst>
              <a:ext uri="{FF2B5EF4-FFF2-40B4-BE49-F238E27FC236}">
                <a16:creationId xmlns:a16="http://schemas.microsoft.com/office/drawing/2014/main" id="{D64E5F9E-2A38-6ECC-E778-A78879347FE1}"/>
              </a:ext>
            </a:extLst>
          </p:cNvPr>
          <p:cNvSpPr/>
          <p:nvPr/>
        </p:nvSpPr>
        <p:spPr>
          <a:xfrm>
            <a:off x="1524000" y="1190625"/>
            <a:ext cx="295275" cy="25336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DC323FC1-4893-1C09-FEEC-C8ED9F41E9AD}"/>
              </a:ext>
            </a:extLst>
          </p:cNvPr>
          <p:cNvSpPr/>
          <p:nvPr/>
        </p:nvSpPr>
        <p:spPr>
          <a:xfrm>
            <a:off x="1339610" y="4324350"/>
            <a:ext cx="295275" cy="253365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8C7C51-2344-0AE8-6D87-A58793B2E269}"/>
              </a:ext>
            </a:extLst>
          </p:cNvPr>
          <p:cNvSpPr txBox="1"/>
          <p:nvPr/>
        </p:nvSpPr>
        <p:spPr>
          <a:xfrm>
            <a:off x="676275" y="245745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曲線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3C7922F-C71E-75E2-982E-301DF06BB1CB}"/>
              </a:ext>
            </a:extLst>
          </p:cNvPr>
          <p:cNvSpPr txBox="1"/>
          <p:nvPr/>
        </p:nvSpPr>
        <p:spPr>
          <a:xfrm>
            <a:off x="488676" y="5406509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曲線 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DF32BDF-D602-1AF3-1C50-FE2EA4ED6AB2}"/>
              </a:ext>
            </a:extLst>
          </p:cNvPr>
          <p:cNvCxnSpPr>
            <a:cxnSpLocks/>
          </p:cNvCxnSpPr>
          <p:nvPr/>
        </p:nvCxnSpPr>
        <p:spPr>
          <a:xfrm flipH="1">
            <a:off x="2743200" y="2066925"/>
            <a:ext cx="4162425" cy="22574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7C37766E-6FFD-A46C-E92F-9862AC042B0E}"/>
              </a:ext>
            </a:extLst>
          </p:cNvPr>
          <p:cNvSpPr/>
          <p:nvPr/>
        </p:nvSpPr>
        <p:spPr>
          <a:xfrm>
            <a:off x="1888644" y="4038600"/>
            <a:ext cx="1362075" cy="342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7675BC6-DC76-1B12-A43F-5485CA5911C5}"/>
              </a:ext>
            </a:extLst>
          </p:cNvPr>
          <p:cNvSpPr txBox="1"/>
          <p:nvPr/>
        </p:nvSpPr>
        <p:spPr>
          <a:xfrm>
            <a:off x="7129411" y="1811119"/>
            <a:ext cx="19338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false : </a:t>
            </a:r>
            <a:r>
              <a:rPr lang="zh-TW" altLang="en-US" dirty="0">
                <a:solidFill>
                  <a:srgbClr val="FF0000"/>
                </a:solidFill>
              </a:rPr>
              <a:t>曲線 </a:t>
            </a:r>
            <a:r>
              <a:rPr lang="en-US" altLang="zh-TW" dirty="0">
                <a:solidFill>
                  <a:srgbClr val="FF0000"/>
                </a:solidFill>
              </a:rPr>
              <a:t>1 </a:t>
            </a:r>
            <a:r>
              <a:rPr lang="zh-TW" altLang="en-US" dirty="0">
                <a:solidFill>
                  <a:srgbClr val="FF0000"/>
                </a:solidFill>
              </a:rPr>
              <a:t>關閉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true :</a:t>
            </a:r>
            <a:r>
              <a:rPr lang="zh-TW" altLang="en-US" dirty="0">
                <a:solidFill>
                  <a:srgbClr val="FF0000"/>
                </a:solidFill>
              </a:rPr>
              <a:t>曲線 </a:t>
            </a:r>
            <a:r>
              <a:rPr lang="en-US" altLang="zh-TW" dirty="0">
                <a:solidFill>
                  <a:srgbClr val="FF0000"/>
                </a:solidFill>
              </a:rPr>
              <a:t>2 </a:t>
            </a:r>
            <a:r>
              <a:rPr lang="zh-TW" altLang="en-US" dirty="0">
                <a:solidFill>
                  <a:srgbClr val="FF0000"/>
                </a:solidFill>
              </a:rPr>
              <a:t>開啟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737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0FFBDCD-1FC7-CB54-7B66-4E064EA2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4" y="731712"/>
            <a:ext cx="11420475" cy="578541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EEF8B09-F19C-F638-16B6-FA9E63CC2156}"/>
              </a:ext>
            </a:extLst>
          </p:cNvPr>
          <p:cNvSpPr txBox="1"/>
          <p:nvPr/>
        </p:nvSpPr>
        <p:spPr>
          <a:xfrm>
            <a:off x="581025" y="340869"/>
            <a:ext cx="1353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law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64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2B7DB22-ACF6-DC64-F6D5-D6F823715F73}"/>
              </a:ext>
            </a:extLst>
          </p:cNvPr>
          <p:cNvSpPr txBox="1"/>
          <p:nvPr/>
        </p:nvSpPr>
        <p:spPr>
          <a:xfrm>
            <a:off x="544829" y="314639"/>
            <a:ext cx="66655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3D_1_2_w12_2  :  seven state model  (2 measurement delay )</a:t>
            </a:r>
          </a:p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parameter :</a:t>
            </a:r>
          </a:p>
          <a:p>
            <a:endParaRPr lang="pt-B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Pfz_k1 = diag([0, 0, 1e-4, 1e-4, 0,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10*(0.0147)^2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r11 = </a:t>
            </a:r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(az1_hat_k1*10^6)*4*kb*T*(10^12)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*10^0; 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r22 =(10^-1*az1_hat_k1)^2;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q11 = 0; 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q22 = 0; 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q33 = (az1_hat_k1*10^6)*4*kb*T*(10^12)*10^4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q44 = (az1_hat_k1*10^6)*4*kb*T*(10^12)* 10^2; 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q55 =0;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q66 = 8*10^-5 * r22;            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q77 = 0;    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431383" y="905691"/>
            <a:ext cx="25034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IIR filter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Avar = 0.45;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Avar2 = 0.005;(No used)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Avar22 = 0.05;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Avar3 = 0.05;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318171" y="3631474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: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lamdaC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A5E9781-B329-1988-58E8-F9405F571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42" y="478401"/>
            <a:ext cx="10011830" cy="599642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C344A38-3E75-F30C-EBE8-6A4F293B9D66}"/>
              </a:ext>
            </a:extLst>
          </p:cNvPr>
          <p:cNvSpPr txBox="1"/>
          <p:nvPr/>
        </p:nvSpPr>
        <p:spPr>
          <a:xfrm>
            <a:off x="2168623" y="1781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9CB3476-FC36-176D-E6E6-FB59F0D785B1}"/>
              </a:ext>
            </a:extLst>
          </p:cNvPr>
          <p:cNvSpPr txBox="1"/>
          <p:nvPr/>
        </p:nvSpPr>
        <p:spPr>
          <a:xfrm>
            <a:off x="5408953" y="178108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dz1_hat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6752BDA-7868-436C-729A-7548D48CC874}"/>
              </a:ext>
            </a:extLst>
          </p:cNvPr>
          <p:cNvSpPr txBox="1"/>
          <p:nvPr/>
        </p:nvSpPr>
        <p:spPr>
          <a:xfrm>
            <a:off x="8772525" y="178108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074F655-9EF2-1838-DBC7-07FE75EF6A20}"/>
              </a:ext>
            </a:extLst>
          </p:cNvPr>
          <p:cNvSpPr txBox="1"/>
          <p:nvPr/>
        </p:nvSpPr>
        <p:spPr>
          <a:xfrm>
            <a:off x="1887136" y="351523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5239CA5-2BF5-BD71-1CD3-E79A4BDB7F2F}"/>
              </a:ext>
            </a:extLst>
          </p:cNvPr>
          <p:cNvSpPr txBox="1"/>
          <p:nvPr/>
        </p:nvSpPr>
        <p:spPr>
          <a:xfrm>
            <a:off x="5590440" y="35814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dzm_bar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F8A755-2836-9B48-130A-7CFC51FACA71}"/>
              </a:ext>
            </a:extLst>
          </p:cNvPr>
          <p:cNvSpPr txBox="1"/>
          <p:nvPr/>
        </p:nvSpPr>
        <p:spPr>
          <a:xfrm>
            <a:off x="8772525" y="3588931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07DFCA2-39BD-B27E-32FE-174BAE1C4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514" y="178108"/>
            <a:ext cx="907596" cy="814476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60961" y="109069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endParaRPr lang="zh-TW" alt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562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C2F9DAC-8256-813A-94FD-8F288DB11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329273"/>
            <a:ext cx="10712017" cy="641965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297190B-46E3-09F3-CC98-79BA79BCEEEA}"/>
              </a:ext>
            </a:extLst>
          </p:cNvPr>
          <p:cNvSpPr txBox="1"/>
          <p:nvPr/>
        </p:nvSpPr>
        <p:spPr>
          <a:xfrm>
            <a:off x="60961" y="109069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endParaRPr lang="zh-TW" alt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E6F4D8C-FFF9-E4C9-AF65-501C9CC9668C}"/>
              </a:ext>
            </a:extLst>
          </p:cNvPr>
          <p:cNvSpPr txBox="1"/>
          <p:nvPr/>
        </p:nvSpPr>
        <p:spPr>
          <a:xfrm>
            <a:off x="2168623" y="1781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8FBEE9E-4B04-23E7-B628-E5CABAD807DF}"/>
              </a:ext>
            </a:extLst>
          </p:cNvPr>
          <p:cNvSpPr txBox="1"/>
          <p:nvPr/>
        </p:nvSpPr>
        <p:spPr>
          <a:xfrm>
            <a:off x="5408953" y="178108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dz1_hat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CDEC0F-A677-A996-2063-1980A67D8FE9}"/>
              </a:ext>
            </a:extLst>
          </p:cNvPr>
          <p:cNvSpPr txBox="1"/>
          <p:nvPr/>
        </p:nvSpPr>
        <p:spPr>
          <a:xfrm>
            <a:off x="8772525" y="178108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AE178A-3404-99E5-89BF-60783A241F0E}"/>
              </a:ext>
            </a:extLst>
          </p:cNvPr>
          <p:cNvSpPr txBox="1"/>
          <p:nvPr/>
        </p:nvSpPr>
        <p:spPr>
          <a:xfrm>
            <a:off x="1887136" y="351523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B83F7D1-A1E4-4EE0-7386-7D4B777A380C}"/>
              </a:ext>
            </a:extLst>
          </p:cNvPr>
          <p:cNvSpPr txBox="1"/>
          <p:nvPr/>
        </p:nvSpPr>
        <p:spPr>
          <a:xfrm>
            <a:off x="5771415" y="3699897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dzm_bar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ACE5D8D-F106-4C65-F057-26F1CCB5DC50}"/>
              </a:ext>
            </a:extLst>
          </p:cNvPr>
          <p:cNvSpPr txBox="1"/>
          <p:nvPr/>
        </p:nvSpPr>
        <p:spPr>
          <a:xfrm>
            <a:off x="9061226" y="3638549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8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1BA000-2657-ABC6-9A82-58480DD0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20"/>
            <a:ext cx="12192000" cy="64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9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B33624E-3D2A-43C6-992C-F79B1C64E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141"/>
            <a:ext cx="12192000" cy="64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0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C3E6025-D018-446E-B1BD-5D6AC9D7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06"/>
            <a:ext cx="12192000" cy="65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00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113C870-E729-B932-F0A5-E29157BE1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7440"/>
            <a:ext cx="10582863" cy="631748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FD1CD40-5785-99D3-42BC-4E4D7B83E954}"/>
              </a:ext>
            </a:extLst>
          </p:cNvPr>
          <p:cNvSpPr txBox="1"/>
          <p:nvPr/>
        </p:nvSpPr>
        <p:spPr>
          <a:xfrm>
            <a:off x="2168623" y="17810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E15621-2A9D-303A-7703-302037015924}"/>
              </a:ext>
            </a:extLst>
          </p:cNvPr>
          <p:cNvSpPr txBox="1"/>
          <p:nvPr/>
        </p:nvSpPr>
        <p:spPr>
          <a:xfrm>
            <a:off x="5408953" y="178108"/>
            <a:ext cx="947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dz1_hat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CD5B7DE-B219-15C7-CC72-4509DEEFDEB6}"/>
              </a:ext>
            </a:extLst>
          </p:cNvPr>
          <p:cNvSpPr txBox="1"/>
          <p:nvPr/>
        </p:nvSpPr>
        <p:spPr>
          <a:xfrm>
            <a:off x="9445975" y="23239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82EC40-5602-4A97-3E27-AE36F295F15C}"/>
              </a:ext>
            </a:extLst>
          </p:cNvPr>
          <p:cNvSpPr txBox="1"/>
          <p:nvPr/>
        </p:nvSpPr>
        <p:spPr>
          <a:xfrm>
            <a:off x="2269612" y="3639056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9A2673-C384-9418-3102-04F4B7E46D9C}"/>
              </a:ext>
            </a:extLst>
          </p:cNvPr>
          <p:cNvSpPr txBox="1"/>
          <p:nvPr/>
        </p:nvSpPr>
        <p:spPr>
          <a:xfrm>
            <a:off x="5845418" y="390531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dzm_bar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C78575-2075-6FC5-DBE6-CE67DB4FA471}"/>
              </a:ext>
            </a:extLst>
          </p:cNvPr>
          <p:cNvSpPr txBox="1"/>
          <p:nvPr/>
        </p:nvSpPr>
        <p:spPr>
          <a:xfrm>
            <a:off x="9096375" y="3768783"/>
            <a:ext cx="100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>
                <a:solidFill>
                  <a:srgbClr val="FF0000"/>
                </a:solidFill>
              </a:rPr>
              <a:t>azm_hat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91FADD-8143-31F3-319B-67B0060DF55C}"/>
              </a:ext>
            </a:extLst>
          </p:cNvPr>
          <p:cNvSpPr txBox="1"/>
          <p:nvPr/>
        </p:nvSpPr>
        <p:spPr>
          <a:xfrm>
            <a:off x="60961" y="109069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  <a:endParaRPr lang="zh-TW" alt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8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A447B05-9AA9-B552-8E98-8F18A3C6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73"/>
            <a:ext cx="12192000" cy="650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4AAA505-BE2D-0A43-DA87-2176410E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77"/>
            <a:ext cx="12192000" cy="638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0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32CADC9-426C-234D-5DD1-EC21A7AE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408"/>
            <a:ext cx="12192000" cy="656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47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13125BC-9F9A-6E01-4161-3C46D8C7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4591"/>
            <a:ext cx="6096000" cy="32248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068E1DA-D4C2-9744-9C38-D672A6D0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895427"/>
            <a:ext cx="6096001" cy="319402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862C19-B54B-5956-3406-B2DBA1C7AA28}"/>
              </a:ext>
            </a:extLst>
          </p:cNvPr>
          <p:cNvSpPr txBox="1"/>
          <p:nvPr/>
        </p:nvSpPr>
        <p:spPr>
          <a:xfrm>
            <a:off x="6204586" y="132601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  <a:endParaRPr lang="zh-TW" alt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90F1542-362F-A0CB-ED0C-D6EF91127DC8}"/>
              </a:ext>
            </a:extLst>
          </p:cNvPr>
          <p:cNvSpPr txBox="1"/>
          <p:nvPr/>
        </p:nvSpPr>
        <p:spPr>
          <a:xfrm>
            <a:off x="70486" y="132601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endParaRPr lang="zh-TW" altLang="en-US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275</Words>
  <Application>Microsoft Office PowerPoint</Application>
  <PresentationFormat>寬螢幕</PresentationFormat>
  <Paragraphs>63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15</cp:revision>
  <dcterms:created xsi:type="dcterms:W3CDTF">2026-03-08T12:55:01Z</dcterms:created>
  <dcterms:modified xsi:type="dcterms:W3CDTF">2026-03-08T18:26:24Z</dcterms:modified>
</cp:coreProperties>
</file>